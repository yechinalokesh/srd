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1" r:id="rId2"/>
    <p:sldId id="269" r:id="rId3"/>
    <p:sldId id="259" r:id="rId4"/>
    <p:sldId id="256" r:id="rId5"/>
    <p:sldId id="258" r:id="rId6"/>
    <p:sldId id="260" r:id="rId7"/>
    <p:sldId id="262" r:id="rId8"/>
    <p:sldId id="263"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8" autoAdjust="0"/>
    <p:restoredTop sz="89804" autoAdjust="0"/>
  </p:normalViewPr>
  <p:slideViewPr>
    <p:cSldViewPr snapToGrid="0">
      <p:cViewPr varScale="1">
        <p:scale>
          <a:sx n="76" d="100"/>
          <a:sy n="76" d="100"/>
        </p:scale>
        <p:origin x="21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CC268-82F5-4549-B26C-610590A5E737}" type="datetimeFigureOut">
              <a:rPr lang="en-IN" smtClean="0"/>
              <a:t>21-01-2026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684EC8-662C-4EF3-8224-E527C1D76531}" type="slidenum">
              <a:rPr lang="en-IN" smtClean="0"/>
              <a:t>‹#›</a:t>
            </a:fld>
            <a:endParaRPr lang="en-IN"/>
          </a:p>
        </p:txBody>
      </p:sp>
    </p:spTree>
    <p:extLst>
      <p:ext uri="{BB962C8B-B14F-4D97-AF65-F5344CB8AC3E}">
        <p14:creationId xmlns:p14="http://schemas.microsoft.com/office/powerpoint/2010/main" val="91252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E273-2758-DDDD-CA6C-8EC32543F0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93D2FC-1922-CFFA-2B7D-19265E2E32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F3B8CF-12F9-A71E-1F63-662F0204AE22}"/>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5" name="Footer Placeholder 4">
            <a:extLst>
              <a:ext uri="{FF2B5EF4-FFF2-40B4-BE49-F238E27FC236}">
                <a16:creationId xmlns:a16="http://schemas.microsoft.com/office/drawing/2014/main" id="{9EECC416-CEDF-F93A-5158-5FAD5E1B47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27F2DB-5D8A-B77A-0009-F03D08D07F4D}"/>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985692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4165-69F1-4BEF-D861-984764DA27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3F0B19-1C73-415E-2FA1-C2029F47EF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D884A1-D088-32BD-1ABF-A32014B12BFE}"/>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5" name="Footer Placeholder 4">
            <a:extLst>
              <a:ext uri="{FF2B5EF4-FFF2-40B4-BE49-F238E27FC236}">
                <a16:creationId xmlns:a16="http://schemas.microsoft.com/office/drawing/2014/main" id="{76BFB38E-6E79-1CB4-BD6F-E401ABF822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44087B-66A9-C9C5-008B-6995055C23B2}"/>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2799493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128E0-C539-82CD-570C-90EDC0EA50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742993-EBC3-9DB5-A299-57018A808B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7F768E-7A91-5FF8-4390-3EC0FE1D6601}"/>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5" name="Footer Placeholder 4">
            <a:extLst>
              <a:ext uri="{FF2B5EF4-FFF2-40B4-BE49-F238E27FC236}">
                <a16:creationId xmlns:a16="http://schemas.microsoft.com/office/drawing/2014/main" id="{17B5B0FD-E478-839D-CE8F-57FF8D8083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34C0F8-7145-ADA4-DB69-9E9EA73355C9}"/>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551824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825E4-7A51-6472-C0A0-4AC6340760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702092-1A8A-482D-E9F0-FF1CA59573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CF2A9A-4125-7D8A-581F-973EA07793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B54EA33-A47F-458E-1030-595449B24DB9}"/>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6" name="Footer Placeholder 5">
            <a:extLst>
              <a:ext uri="{FF2B5EF4-FFF2-40B4-BE49-F238E27FC236}">
                <a16:creationId xmlns:a16="http://schemas.microsoft.com/office/drawing/2014/main" id="{FBF9ED23-63FD-223E-D04C-F915121D13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50B6CE-4474-5DCB-2893-2BA823E3D7D0}"/>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3472338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1ABB2-4157-C8BD-780A-17DD729E53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5823F6-DF00-CC1F-1D87-34A1EB9F3A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879715-0FFC-56F2-8847-454BB067D8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1EBF10-85FA-27B3-88C1-EAFED1C2E4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EDE02D-4C2D-FD8D-5554-CFCA36F77F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4FCC4C-6B7A-631C-2468-4052CC44701D}"/>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8" name="Footer Placeholder 7">
            <a:extLst>
              <a:ext uri="{FF2B5EF4-FFF2-40B4-BE49-F238E27FC236}">
                <a16:creationId xmlns:a16="http://schemas.microsoft.com/office/drawing/2014/main" id="{E770FF6E-8588-B9FE-E023-41D1681900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A2DB6E-FE46-7CD9-6F1D-F8F892474BD5}"/>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646283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7820-FB3E-17A3-AC92-D175F97E06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FDF62C-E203-6EA4-2E05-57BBD48D5B1C}"/>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4" name="Footer Placeholder 3">
            <a:extLst>
              <a:ext uri="{FF2B5EF4-FFF2-40B4-BE49-F238E27FC236}">
                <a16:creationId xmlns:a16="http://schemas.microsoft.com/office/drawing/2014/main" id="{98C94F30-1BA9-170C-13C0-0AB22D238C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202214-4A12-7CB9-665C-30201FDFACA6}"/>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481422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242F9B-8644-2B9F-DEC1-7DA36F2D56D9}"/>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3" name="Footer Placeholder 2">
            <a:extLst>
              <a:ext uri="{FF2B5EF4-FFF2-40B4-BE49-F238E27FC236}">
                <a16:creationId xmlns:a16="http://schemas.microsoft.com/office/drawing/2014/main" id="{35B866A2-8C36-BE88-F17A-82457CF161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CF6ADF-7BDB-7059-32EC-9BBAC75584DA}"/>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1512044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360D4-0307-07AE-E61F-3375F1AFD0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8A7C09F-3254-DB5E-79ED-D90C7CFBA3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5F6C22-38D9-94D5-3B56-7070125FF1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1C56C3-9E5D-7AE0-1F13-53B6056BD313}"/>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6" name="Footer Placeholder 5">
            <a:extLst>
              <a:ext uri="{FF2B5EF4-FFF2-40B4-BE49-F238E27FC236}">
                <a16:creationId xmlns:a16="http://schemas.microsoft.com/office/drawing/2014/main" id="{F24B7DF1-115F-8452-BC75-74465F61DA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4ECE52-4B96-00F7-B5C4-693045EB9989}"/>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2164255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EAC22-FE98-2377-83FC-A8E1DD4EE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EDCF52-701B-35E5-C413-43A7EE0465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BF845E-6CFE-19E9-721D-8C503C6CA9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7CB37-B513-977C-1379-97655BC807A0}"/>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6" name="Footer Placeholder 5">
            <a:extLst>
              <a:ext uri="{FF2B5EF4-FFF2-40B4-BE49-F238E27FC236}">
                <a16:creationId xmlns:a16="http://schemas.microsoft.com/office/drawing/2014/main" id="{D330BD5E-562B-317C-9661-0A0FD4B7B9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F7903E-9951-38F0-7DB1-4123656858D5}"/>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4266070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329C-C741-96FC-97F0-E8BB565425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28A914-647E-BB31-53F7-34FA289C08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0C436C-1253-2442-5058-A1C1D8F4E02C}"/>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5" name="Footer Placeholder 4">
            <a:extLst>
              <a:ext uri="{FF2B5EF4-FFF2-40B4-BE49-F238E27FC236}">
                <a16:creationId xmlns:a16="http://schemas.microsoft.com/office/drawing/2014/main" id="{B96AEF71-11ED-F933-019E-21A8D903FD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2B2919-C1C0-C254-2991-E9100227A897}"/>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281749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6438E7-5108-9D49-B680-0877806C46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7FFF12-0631-2BBA-BC7F-8D761529E4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E5CE71-8743-9E46-D509-2953137B8197}"/>
              </a:ext>
            </a:extLst>
          </p:cNvPr>
          <p:cNvSpPr>
            <a:spLocks noGrp="1"/>
          </p:cNvSpPr>
          <p:nvPr>
            <p:ph type="dt" sz="half" idx="10"/>
          </p:nvPr>
        </p:nvSpPr>
        <p:spPr/>
        <p:txBody>
          <a:bodyPr/>
          <a:lstStyle/>
          <a:p>
            <a:fld id="{F8101597-3467-4090-92A6-C5CA2D08EE8C}" type="datetimeFigureOut">
              <a:rPr lang="en-IN" smtClean="0"/>
              <a:t>21-01-2026</a:t>
            </a:fld>
            <a:endParaRPr lang="en-IN"/>
          </a:p>
        </p:txBody>
      </p:sp>
      <p:sp>
        <p:nvSpPr>
          <p:cNvPr id="5" name="Footer Placeholder 4">
            <a:extLst>
              <a:ext uri="{FF2B5EF4-FFF2-40B4-BE49-F238E27FC236}">
                <a16:creationId xmlns:a16="http://schemas.microsoft.com/office/drawing/2014/main" id="{0BF48ED1-04F7-5E17-B6BF-1356BAF2B4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C0E0BF-856C-70C3-262B-666F946DEEF0}"/>
              </a:ext>
            </a:extLst>
          </p:cNvPr>
          <p:cNvSpPr>
            <a:spLocks noGrp="1"/>
          </p:cNvSpPr>
          <p:nvPr>
            <p:ph type="sldNum" sz="quarter" idx="12"/>
          </p:nvPr>
        </p:nvSpPr>
        <p:spPr/>
        <p:txBody>
          <a:bodyPr/>
          <a:lstStyle/>
          <a:p>
            <a:fld id="{A3251263-6391-4AB7-BC30-2B61D8C55DF3}" type="slidenum">
              <a:rPr lang="en-IN" smtClean="0"/>
              <a:t>‹#›</a:t>
            </a:fld>
            <a:endParaRPr lang="en-IN"/>
          </a:p>
        </p:txBody>
      </p:sp>
    </p:spTree>
    <p:extLst>
      <p:ext uri="{BB962C8B-B14F-4D97-AF65-F5344CB8AC3E}">
        <p14:creationId xmlns:p14="http://schemas.microsoft.com/office/powerpoint/2010/main" val="503164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0756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D4FC4F-5476-101A-93A1-30310EB978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1F6BB3-6CBB-58B9-594B-FD9C03CBBE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4A8E5C-6EC5-7E13-943E-5B32EC24D1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01597-3467-4090-92A6-C5CA2D08EE8C}" type="datetimeFigureOut">
              <a:rPr lang="en-IN" smtClean="0"/>
              <a:t>21-01-2026</a:t>
            </a:fld>
            <a:endParaRPr lang="en-IN"/>
          </a:p>
        </p:txBody>
      </p:sp>
      <p:sp>
        <p:nvSpPr>
          <p:cNvPr id="5" name="Footer Placeholder 4">
            <a:extLst>
              <a:ext uri="{FF2B5EF4-FFF2-40B4-BE49-F238E27FC236}">
                <a16:creationId xmlns:a16="http://schemas.microsoft.com/office/drawing/2014/main" id="{551869D0-CA39-C49D-5141-90346AA025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FA37BB-39CA-1DC4-13FF-C62E0D7699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251263-6391-4AB7-BC30-2B61D8C55DF3}" type="slidenum">
              <a:rPr lang="en-IN" smtClean="0"/>
              <a:t>‹#›</a:t>
            </a:fld>
            <a:endParaRPr lang="en-IN"/>
          </a:p>
        </p:txBody>
      </p:sp>
    </p:spTree>
    <p:extLst>
      <p:ext uri="{BB962C8B-B14F-4D97-AF65-F5344CB8AC3E}">
        <p14:creationId xmlns:p14="http://schemas.microsoft.com/office/powerpoint/2010/main" val="869038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60F708-0349-E667-57E4-A6C2BB352A56}"/>
              </a:ext>
            </a:extLst>
          </p:cNvPr>
          <p:cNvPicPr>
            <a:picLocks noChangeAspect="1"/>
          </p:cNvPicPr>
          <p:nvPr/>
        </p:nvPicPr>
        <p:blipFill>
          <a:blip r:embed="rId3"/>
          <a:srcRect/>
          <a:stretch>
            <a:fillRect/>
          </a:stretch>
        </p:blipFill>
        <p:spPr bwMode="auto">
          <a:xfrm>
            <a:off x="0" y="0"/>
            <a:ext cx="12192000" cy="1206500"/>
          </a:xfrm>
          <a:prstGeom prst="rect">
            <a:avLst/>
          </a:prstGeom>
          <a:noFill/>
          <a:ln w="9525">
            <a:noFill/>
            <a:miter lim="800000"/>
            <a:headEnd/>
            <a:tailEnd/>
          </a:ln>
        </p:spPr>
      </p:pic>
      <p:sp>
        <p:nvSpPr>
          <p:cNvPr id="8" name="TextBox 7">
            <a:extLst>
              <a:ext uri="{FF2B5EF4-FFF2-40B4-BE49-F238E27FC236}">
                <a16:creationId xmlns:a16="http://schemas.microsoft.com/office/drawing/2014/main" id="{1D15CA9B-5C07-AEFD-3B98-FBAD38C02FC8}"/>
              </a:ext>
            </a:extLst>
          </p:cNvPr>
          <p:cNvSpPr txBox="1"/>
          <p:nvPr/>
        </p:nvSpPr>
        <p:spPr>
          <a:xfrm>
            <a:off x="506873" y="1538194"/>
            <a:ext cx="11582400" cy="4388574"/>
          </a:xfrm>
          <a:prstGeom prst="rect">
            <a:avLst/>
          </a:prstGeom>
          <a:noFill/>
        </p:spPr>
        <p:txBody>
          <a:bodyPr wrap="square">
            <a:spAutoFit/>
          </a:bodyPr>
          <a:lstStyle/>
          <a:p>
            <a:pPr algn="just">
              <a:lnSpc>
                <a:spcPts val="2562"/>
              </a:lnSpc>
            </a:pPr>
            <a:r>
              <a:rPr lang="en-IN" sz="1667" b="1" dirty="0">
                <a:solidFill>
                  <a:schemeClr val="accent4">
                    <a:lumMod val="75000"/>
                  </a:schemeClr>
                </a:solidFill>
                <a:latin typeface="Tahoma" panose="020B0604030504040204" pitchFamily="34" charset="0"/>
                <a:ea typeface="Tahoma" panose="020B0604030504040204" pitchFamily="34" charset="0"/>
                <a:cs typeface="Tahoma" panose="020B0604030504040204" pitchFamily="34" charset="0"/>
              </a:rPr>
              <a:t>                                                                         </a:t>
            </a:r>
            <a:r>
              <a:rPr lang="en-IN" sz="1667" b="1" dirty="0">
                <a:latin typeface="Tahoma" panose="020B0604030504040204" pitchFamily="34" charset="0"/>
                <a:ea typeface="Tahoma" panose="020B0604030504040204" pitchFamily="34" charset="0"/>
                <a:cs typeface="Tahoma" panose="020B0604030504040204" pitchFamily="34" charset="0"/>
              </a:rPr>
              <a:t>MAJOR PROJECT </a:t>
            </a:r>
          </a:p>
          <a:p>
            <a:pPr algn="just">
              <a:lnSpc>
                <a:spcPts val="2562"/>
              </a:lnSpc>
            </a:pPr>
            <a:endParaRPr lang="en-IN" sz="1667" b="1" dirty="0">
              <a:latin typeface="Tahoma" panose="020B0604030504040204" pitchFamily="34" charset="0"/>
              <a:ea typeface="Tahoma" panose="020B0604030504040204" pitchFamily="34" charset="0"/>
              <a:cs typeface="Tahoma" panose="020B0604030504040204" pitchFamily="34" charset="0"/>
            </a:endParaRPr>
          </a:p>
          <a:p>
            <a:pPr algn="just">
              <a:lnSpc>
                <a:spcPts val="2562"/>
              </a:lnSpc>
            </a:pPr>
            <a:r>
              <a:rPr lang="en-IN" sz="2000" b="1" dirty="0">
                <a:latin typeface="Tahoma" panose="020B0604030504040204" pitchFamily="34" charset="0"/>
                <a:ea typeface="Tahoma" panose="020B0604030504040204" pitchFamily="34" charset="0"/>
                <a:cs typeface="Tahoma" panose="020B0604030504040204" pitchFamily="34" charset="0"/>
              </a:rPr>
              <a:t>                 DEPARTMENT OF COMPUTER SCIENCE AND ENGINEERING(DATA SCIENCE)</a:t>
            </a:r>
          </a:p>
          <a:p>
            <a:pPr algn="just">
              <a:lnSpc>
                <a:spcPts val="2562"/>
              </a:lnSpc>
            </a:pPr>
            <a:endParaRPr lang="en-IN" sz="1500" b="1" dirty="0">
              <a:latin typeface="YAGzXW3gftg_0"/>
            </a:endParaRPr>
          </a:p>
          <a:p>
            <a:pPr algn="just">
              <a:lnSpc>
                <a:spcPts val="2562"/>
              </a:lnSpc>
            </a:pPr>
            <a:endParaRPr lang="en-IN" sz="1500" b="1" dirty="0">
              <a:solidFill>
                <a:schemeClr val="accent4">
                  <a:lumMod val="75000"/>
                </a:schemeClr>
              </a:solidFill>
              <a:latin typeface="YAGzXW3gftg_0"/>
            </a:endParaRPr>
          </a:p>
          <a:p>
            <a:pPr algn="just">
              <a:lnSpc>
                <a:spcPts val="2562"/>
              </a:lnSpc>
            </a:pPr>
            <a:endParaRPr lang="en-IN" sz="1500" b="1" dirty="0">
              <a:solidFill>
                <a:schemeClr val="accent4">
                  <a:lumMod val="75000"/>
                </a:schemeClr>
              </a:solidFill>
              <a:latin typeface="YAGzXW3gftg_0"/>
            </a:endParaRPr>
          </a:p>
          <a:p>
            <a:pPr algn="just">
              <a:lnSpc>
                <a:spcPts val="2562"/>
              </a:lnSpc>
            </a:pPr>
            <a:r>
              <a:rPr lang="en-IN" sz="1500" b="1" dirty="0">
                <a:solidFill>
                  <a:schemeClr val="accent4">
                    <a:lumMod val="75000"/>
                  </a:schemeClr>
                </a:solidFill>
                <a:latin typeface="YAGzXW3gftg_0"/>
              </a:rPr>
              <a:t>                                                                                                                            </a:t>
            </a:r>
          </a:p>
          <a:p>
            <a:pPr algn="just">
              <a:lnSpc>
                <a:spcPts val="2562"/>
              </a:lnSpc>
            </a:pPr>
            <a:r>
              <a:rPr lang="en-IN" sz="1500" b="1" dirty="0">
                <a:solidFill>
                  <a:schemeClr val="tx1">
                    <a:lumMod val="65000"/>
                    <a:lumOff val="35000"/>
                  </a:schemeClr>
                </a:solidFill>
                <a:latin typeface="Times New Roman" panose="02020603050405020304" pitchFamily="18" charset="0"/>
                <a:cs typeface="Times New Roman" panose="02020603050405020304" pitchFamily="18" charset="0"/>
              </a:rPr>
              <a:t>BATCH NO:-4 DSA4</a:t>
            </a:r>
          </a:p>
          <a:p>
            <a:pPr algn="just">
              <a:lnSpc>
                <a:spcPts val="2562"/>
              </a:lnSpc>
            </a:pPr>
            <a:endParaRPr lang="en-IN" sz="15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algn="just">
              <a:lnSpc>
                <a:spcPts val="2562"/>
              </a:lnSpc>
            </a:pPr>
            <a:r>
              <a:rPr lang="en-IN" sz="1500" b="1" dirty="0">
                <a:solidFill>
                  <a:schemeClr val="tx1">
                    <a:lumMod val="65000"/>
                    <a:lumOff val="35000"/>
                  </a:schemeClr>
                </a:solidFill>
                <a:latin typeface="Times New Roman" panose="02020603050405020304" pitchFamily="18" charset="0"/>
                <a:cs typeface="Times New Roman" panose="02020603050405020304" pitchFamily="18" charset="0"/>
              </a:rPr>
              <a:t>P. MAITHRI [22891A6741]                                                                                                                                   UNDER THE GUIDANCE OF:</a:t>
            </a:r>
          </a:p>
          <a:p>
            <a:pPr algn="just">
              <a:lnSpc>
                <a:spcPts val="2562"/>
              </a:lnSpc>
            </a:pPr>
            <a:r>
              <a:rPr lang="en-IN" sz="1500" b="1" dirty="0">
                <a:solidFill>
                  <a:schemeClr val="tx1">
                    <a:lumMod val="65000"/>
                    <a:lumOff val="35000"/>
                  </a:schemeClr>
                </a:solidFill>
                <a:latin typeface="Times New Roman" panose="02020603050405020304" pitchFamily="18" charset="0"/>
                <a:cs typeface="Times New Roman" panose="02020603050405020304" pitchFamily="18" charset="0"/>
              </a:rPr>
              <a:t>MB. VARUN KRISHNA [23895A6703]</a:t>
            </a:r>
            <a:endParaRPr lang="en-IN" sz="1500" dirty="0">
              <a:solidFill>
                <a:schemeClr val="tx1">
                  <a:lumMod val="65000"/>
                  <a:lumOff val="35000"/>
                </a:schemeClr>
              </a:solidFill>
              <a:latin typeface="Times New Roman" panose="02020603050405020304" pitchFamily="18" charset="0"/>
              <a:cs typeface="Times New Roman" panose="02020603050405020304" pitchFamily="18" charset="0"/>
            </a:endParaRPr>
          </a:p>
          <a:p>
            <a:pPr algn="just">
              <a:lnSpc>
                <a:spcPts val="2562"/>
              </a:lnSpc>
            </a:pPr>
            <a:r>
              <a:rPr lang="en-IN" sz="1500" b="1" dirty="0">
                <a:solidFill>
                  <a:schemeClr val="tx1">
                    <a:lumMod val="65000"/>
                    <a:lumOff val="35000"/>
                  </a:schemeClr>
                </a:solidFill>
                <a:latin typeface="Times New Roman" panose="02020603050405020304" pitchFamily="18" charset="0"/>
                <a:cs typeface="Times New Roman" panose="02020603050405020304" pitchFamily="18" charset="0"/>
              </a:rPr>
              <a:t>Y. LOKESH [23895A6704]                                                                                                                                          Mrs K. ARUNA GAYATHRI</a:t>
            </a:r>
          </a:p>
          <a:p>
            <a:pPr algn="just">
              <a:lnSpc>
                <a:spcPts val="2562"/>
              </a:lnSpc>
            </a:pPr>
            <a:r>
              <a:rPr lang="en-IN" sz="1500" b="1" dirty="0">
                <a:solidFill>
                  <a:schemeClr val="tx1">
                    <a:lumMod val="65000"/>
                    <a:lumOff val="35000"/>
                  </a:schemeClr>
                </a:solidFill>
                <a:latin typeface="Times New Roman" panose="02020603050405020304" pitchFamily="18" charset="0"/>
                <a:cs typeface="Times New Roman" panose="02020603050405020304" pitchFamily="18" charset="0"/>
              </a:rPr>
              <a:t>S. AMARNATH [23895A6705]                                                                                                                                           (Assistant Professor)</a:t>
            </a:r>
            <a:endParaRPr lang="en-IN" sz="15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pic>
        <p:nvPicPr>
          <p:cNvPr id="9" name="Picture 2" descr="Vignan Logo, HD Png Download - 1385x1380(#2090324) - PngFind">
            <a:extLst>
              <a:ext uri="{FF2B5EF4-FFF2-40B4-BE49-F238E27FC236}">
                <a16:creationId xmlns:a16="http://schemas.microsoft.com/office/drawing/2014/main" id="{5FA3C294-AE0C-401A-99A9-B71F6DCDBA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91790" y="2845918"/>
            <a:ext cx="2150551" cy="22427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A75C-AA5D-30FF-BB8E-7F64953BFB61}"/>
              </a:ext>
            </a:extLst>
          </p:cNvPr>
          <p:cNvSpPr>
            <a:spLocks noGrp="1"/>
          </p:cNvSpPr>
          <p:nvPr>
            <p:ph type="title"/>
          </p:nvPr>
        </p:nvSpPr>
        <p:spPr>
          <a:xfrm>
            <a:off x="1544783" y="687243"/>
            <a:ext cx="12046528" cy="3863975"/>
          </a:xfrm>
        </p:spPr>
        <p:txBody>
          <a:bodyPr/>
          <a:lstStyle/>
          <a:p>
            <a:r>
              <a:rPr lang="en-IN" dirty="0">
                <a:latin typeface="Arial Rounded MT Bold" panose="020F0704030504030204" pitchFamily="34" charset="0"/>
              </a:rPr>
              <a:t>DIGITALIZED SMART RATION DISTRIBUTION SYSTEM</a:t>
            </a:r>
          </a:p>
        </p:txBody>
      </p:sp>
    </p:spTree>
    <p:extLst>
      <p:ext uri="{BB962C8B-B14F-4D97-AF65-F5344CB8AC3E}">
        <p14:creationId xmlns:p14="http://schemas.microsoft.com/office/powerpoint/2010/main" val="2332271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5FA98-F5E9-8636-A292-4AA01ED32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53C80-9873-4148-1BDB-C6A4ADBFC727}"/>
              </a:ext>
            </a:extLst>
          </p:cNvPr>
          <p:cNvSpPr>
            <a:spLocks noGrp="1"/>
          </p:cNvSpPr>
          <p:nvPr>
            <p:ph type="title"/>
          </p:nvPr>
        </p:nvSpPr>
        <p:spPr/>
        <p:txBody>
          <a:bodyPr/>
          <a:lstStyle/>
          <a:p>
            <a:r>
              <a:rPr lang="en-IN" dirty="0"/>
              <a:t>ABSTRACT </a:t>
            </a:r>
          </a:p>
        </p:txBody>
      </p:sp>
      <p:sp>
        <p:nvSpPr>
          <p:cNvPr id="8" name="Content Placeholder 7">
            <a:extLst>
              <a:ext uri="{FF2B5EF4-FFF2-40B4-BE49-F238E27FC236}">
                <a16:creationId xmlns:a16="http://schemas.microsoft.com/office/drawing/2014/main" id="{7D286C80-8284-63E7-8EB2-4345F17C4E68}"/>
              </a:ext>
            </a:extLst>
          </p:cNvPr>
          <p:cNvSpPr>
            <a:spLocks noGrp="1"/>
          </p:cNvSpPr>
          <p:nvPr>
            <p:ph idx="1"/>
          </p:nvPr>
        </p:nvSpPr>
        <p:spPr/>
        <p:txBody>
          <a:bodyPr>
            <a:normAutofit lnSpcReduction="10000"/>
          </a:bodyPr>
          <a:lstStyle/>
          <a:p>
            <a:pPr marL="0" indent="0">
              <a:buNone/>
            </a:pPr>
            <a:r>
              <a:rPr lang="en-US" dirty="0"/>
              <a:t>The Digitalized Smart Ration Distribution System aims to modernize the traditional public distribution system by using digital technologies to improve efficiency and transparency. The system enables ration card holders to check real-time stock availability and book time-based tokens through a digital platform, reducing long queues and overcrowding at ration shops. It provides separate modules for users, dealers, and government authorities to manage ration distribution, stock updates, and monitoring. Centralized data storage and notification services such as SMS and IVR ensure accurate tracking and timely communication. This system helps minimize corruption, prevent stock mismanagement, and ensure fair and efficient distribution of essential commodities.</a:t>
            </a:r>
            <a:endParaRPr lang="en-IN" dirty="0"/>
          </a:p>
        </p:txBody>
      </p:sp>
    </p:spTree>
    <p:extLst>
      <p:ext uri="{BB962C8B-B14F-4D97-AF65-F5344CB8AC3E}">
        <p14:creationId xmlns:p14="http://schemas.microsoft.com/office/powerpoint/2010/main" val="2722798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DAFA64E-292D-5E59-8088-562D7A601A4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23964" y="1014624"/>
            <a:ext cx="10178981" cy="4828751"/>
          </a:xfrm>
          <a:prstGeom prst="rect">
            <a:avLst/>
          </a:prstGeom>
        </p:spPr>
      </p:pic>
    </p:spTree>
    <p:extLst>
      <p:ext uri="{BB962C8B-B14F-4D97-AF65-F5344CB8AC3E}">
        <p14:creationId xmlns:p14="http://schemas.microsoft.com/office/powerpoint/2010/main" val="1568529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5233E-C7D2-D921-209D-95F7822F3952}"/>
              </a:ext>
            </a:extLst>
          </p:cNvPr>
          <p:cNvSpPr>
            <a:spLocks noGrp="1"/>
          </p:cNvSpPr>
          <p:nvPr>
            <p:ph type="title"/>
          </p:nvPr>
        </p:nvSpPr>
        <p:spPr/>
        <p:txBody>
          <a:bodyPr/>
          <a:lstStyle/>
          <a:p>
            <a:r>
              <a:rPr lang="en-IN" dirty="0"/>
              <a:t>Class Diagram </a:t>
            </a:r>
          </a:p>
        </p:txBody>
      </p:sp>
      <p:pic>
        <p:nvPicPr>
          <p:cNvPr id="5" name="Content Placeholder 4">
            <a:extLst>
              <a:ext uri="{FF2B5EF4-FFF2-40B4-BE49-F238E27FC236}">
                <a16:creationId xmlns:a16="http://schemas.microsoft.com/office/drawing/2014/main" id="{470AED51-6AEB-D432-87D8-8AF66E5C690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35069" y="1513898"/>
            <a:ext cx="6527007" cy="4351338"/>
          </a:xfrm>
          <a:prstGeom prst="rect">
            <a:avLst/>
          </a:prstGeom>
        </p:spPr>
      </p:pic>
    </p:spTree>
    <p:extLst>
      <p:ext uri="{BB962C8B-B14F-4D97-AF65-F5344CB8AC3E}">
        <p14:creationId xmlns:p14="http://schemas.microsoft.com/office/powerpoint/2010/main" val="1795893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31FB-4DD3-7708-4711-6EB03FA3B1A7}"/>
              </a:ext>
            </a:extLst>
          </p:cNvPr>
          <p:cNvSpPr>
            <a:spLocks noGrp="1"/>
          </p:cNvSpPr>
          <p:nvPr>
            <p:ph type="title"/>
          </p:nvPr>
        </p:nvSpPr>
        <p:spPr/>
        <p:txBody>
          <a:bodyPr/>
          <a:lstStyle/>
          <a:p>
            <a:r>
              <a:rPr lang="en-IN" dirty="0"/>
              <a:t>Use case Diagram</a:t>
            </a:r>
          </a:p>
        </p:txBody>
      </p:sp>
      <p:pic>
        <p:nvPicPr>
          <p:cNvPr id="5" name="Content Placeholder 4">
            <a:extLst>
              <a:ext uri="{FF2B5EF4-FFF2-40B4-BE49-F238E27FC236}">
                <a16:creationId xmlns:a16="http://schemas.microsoft.com/office/drawing/2014/main" id="{328D6FC9-8B6B-B931-60A1-7E63B9EB2B5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183567" y="1530657"/>
            <a:ext cx="7999524" cy="4962218"/>
          </a:xfrm>
          <a:prstGeom prst="rect">
            <a:avLst/>
          </a:prstGeom>
        </p:spPr>
      </p:pic>
    </p:spTree>
    <p:extLst>
      <p:ext uri="{BB962C8B-B14F-4D97-AF65-F5344CB8AC3E}">
        <p14:creationId xmlns:p14="http://schemas.microsoft.com/office/powerpoint/2010/main" val="57763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C6B50-4172-18AF-1821-FF7CBB2411C9}"/>
              </a:ext>
            </a:extLst>
          </p:cNvPr>
          <p:cNvSpPr>
            <a:spLocks noGrp="1"/>
          </p:cNvSpPr>
          <p:nvPr>
            <p:ph type="title"/>
          </p:nvPr>
        </p:nvSpPr>
        <p:spPr/>
        <p:txBody>
          <a:bodyPr/>
          <a:lstStyle/>
          <a:p>
            <a:r>
              <a:rPr lang="en-IN" dirty="0"/>
              <a:t>Sequence Diagram</a:t>
            </a:r>
          </a:p>
        </p:txBody>
      </p:sp>
      <p:pic>
        <p:nvPicPr>
          <p:cNvPr id="5" name="Content Placeholder 4">
            <a:extLst>
              <a:ext uri="{FF2B5EF4-FFF2-40B4-BE49-F238E27FC236}">
                <a16:creationId xmlns:a16="http://schemas.microsoft.com/office/drawing/2014/main" id="{CF0FA214-3DFA-2DE8-E62C-1F526622878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485477" y="1690688"/>
            <a:ext cx="8954760" cy="4351338"/>
          </a:xfrm>
          <a:prstGeom prst="rect">
            <a:avLst/>
          </a:prstGeom>
        </p:spPr>
      </p:pic>
    </p:spTree>
    <p:extLst>
      <p:ext uri="{BB962C8B-B14F-4D97-AF65-F5344CB8AC3E}">
        <p14:creationId xmlns:p14="http://schemas.microsoft.com/office/powerpoint/2010/main" val="1885895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7EAE-7510-F78B-02CA-2DC1137A1A29}"/>
              </a:ext>
            </a:extLst>
          </p:cNvPr>
          <p:cNvSpPr>
            <a:spLocks noGrp="1"/>
          </p:cNvSpPr>
          <p:nvPr>
            <p:ph type="title"/>
          </p:nvPr>
        </p:nvSpPr>
        <p:spPr/>
        <p:txBody>
          <a:bodyPr/>
          <a:lstStyle/>
          <a:p>
            <a:r>
              <a:rPr lang="en-IN" dirty="0"/>
              <a:t>Activity diagram</a:t>
            </a:r>
          </a:p>
        </p:txBody>
      </p:sp>
      <p:pic>
        <p:nvPicPr>
          <p:cNvPr id="5" name="Content Placeholder 4">
            <a:extLst>
              <a:ext uri="{FF2B5EF4-FFF2-40B4-BE49-F238E27FC236}">
                <a16:creationId xmlns:a16="http://schemas.microsoft.com/office/drawing/2014/main" id="{14344BA6-9070-2664-CF06-EF0DB371035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994296" y="1690688"/>
            <a:ext cx="6527007" cy="4351338"/>
          </a:xfrm>
          <a:prstGeom prst="rect">
            <a:avLst/>
          </a:prstGeom>
        </p:spPr>
      </p:pic>
    </p:spTree>
    <p:extLst>
      <p:ext uri="{BB962C8B-B14F-4D97-AF65-F5344CB8AC3E}">
        <p14:creationId xmlns:p14="http://schemas.microsoft.com/office/powerpoint/2010/main" val="3349869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a:extLst>
              <a:ext uri="{FF2B5EF4-FFF2-40B4-BE49-F238E27FC236}">
                <a16:creationId xmlns:a16="http://schemas.microsoft.com/office/drawing/2014/main" id="{864113C8-9197-695D-2514-4B9E690B571A}"/>
              </a:ext>
            </a:extLst>
          </p:cNvPr>
          <p:cNvPicPr>
            <a:picLocks noGrp="1" noChangeAspect="1"/>
          </p:cNvPicPr>
          <p:nvPr>
            <p:ph idx="1"/>
          </p:nvPr>
        </p:nvPicPr>
        <p:blipFill>
          <a:blip r:embed="rId2"/>
          <a:srcRect/>
          <a:stretch/>
        </p:blipFill>
        <p:spPr>
          <a:xfrm>
            <a:off x="78658" y="0"/>
            <a:ext cx="12192000" cy="6858000"/>
          </a:xfrm>
          <a:prstGeom prst="rect">
            <a:avLst/>
          </a:prstGeom>
        </p:spPr>
      </p:pic>
    </p:spTree>
    <p:extLst>
      <p:ext uri="{BB962C8B-B14F-4D97-AF65-F5344CB8AC3E}">
        <p14:creationId xmlns:p14="http://schemas.microsoft.com/office/powerpoint/2010/main" val="479056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189</Words>
  <Application>Microsoft Office PowerPoint</Application>
  <PresentationFormat>Widescreen</PresentationFormat>
  <Paragraphs>21</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Rounded MT Bold</vt:lpstr>
      <vt:lpstr>Calibri</vt:lpstr>
      <vt:lpstr>Calibri Light</vt:lpstr>
      <vt:lpstr>Tahoma</vt:lpstr>
      <vt:lpstr>Times New Roman</vt:lpstr>
      <vt:lpstr>YAGzXW3gftg_0</vt:lpstr>
      <vt:lpstr>Office Theme</vt:lpstr>
      <vt:lpstr>PowerPoint Presentation</vt:lpstr>
      <vt:lpstr>DIGITALIZED SMART RATION DISTRIBUTION SYSTEM</vt:lpstr>
      <vt:lpstr>ABSTRACT </vt:lpstr>
      <vt:lpstr>PowerPoint Presentation</vt:lpstr>
      <vt:lpstr>Class Diagram </vt:lpstr>
      <vt:lpstr>Use case Diagram</vt:lpstr>
      <vt:lpstr>Sequence Diagram</vt:lpstr>
      <vt:lpstr>Activity diagram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S Goud</dc:creator>
  <cp:lastModifiedBy>Maithri Pesaru</cp:lastModifiedBy>
  <cp:revision>14</cp:revision>
  <dcterms:created xsi:type="dcterms:W3CDTF">2026-01-20T15:57:54Z</dcterms:created>
  <dcterms:modified xsi:type="dcterms:W3CDTF">2026-01-21T05:11:54Z</dcterms:modified>
</cp:coreProperties>
</file>